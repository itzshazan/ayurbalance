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81ca53e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81ca53e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81ca53e1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81ca53e1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81ca53e1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81ca53e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1ca53e1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1ca53e1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81ca53e1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81ca53e1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1ca53e1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1ca53e1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1ca53e1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81ca53e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1ca53e1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1ca53e1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1ca53e1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81ca53e1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1ca53e1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81ca53e1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1ca53e1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1ca53e1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1ca53e1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1ca53e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1ca53e1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81ca53e1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7" name="Google Shape;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2" name="Google Shape;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2" name="Google Shape;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7" name="Google Shape;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2" name="Google Shape;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7" name="Google Shape;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2" name="Google Shape;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7" name="Google Shape;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2" name="Google Shape;1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7" name="Google Shape;1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2" name="Google Shape;1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7" name="Google Shape;1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